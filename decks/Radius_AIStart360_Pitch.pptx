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5CFFB5">
              <a:alpha val="12000"/>
            </a:srgbClr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60FFD4">
              <a:alpha val="8000"/>
            </a:srgbClr>
          </a:solidFill>
          <a:ln w="12700">
            <a:solidFill>
              <a:srgbClr val="60F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PITCH · МАЙ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×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Radius.uz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AI-операционная система для лидера электроники Узбекистана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93776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Для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5303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Radius.uz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официальный дистрибутор Samsung в UZ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493776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Цель встречи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5303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Запуск пилота 30 дней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диагностика + 2 квартала отчётности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0" y="493776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Контакт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5303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aistart360.vercel.app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86384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hello@aistart360.app · Tashkent / Almaty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КТО ТАКИЕ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Radius.uz — лидер электроники Узбекистана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есть сейчас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94436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Официальный дистрибутор Samsung в UZ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5584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Доставка по всей стране, центр — Ташкент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6732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Каталог: смартфоны, MacBook, бытовая техника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Сайт ru / uz, поддержка 10:00–21:00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59028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Каналы: Facebook · Instagram · Telegram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500176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937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+998 (71) 200 31 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2860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доля онлайн-канала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уже digital-native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22860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страна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2354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Узбекистан, e-com растёт ~30%/год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источник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трафика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собственный сайт + соцсети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52560" y="41605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диагностики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23544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роста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нет единого дашборда юнит-эконом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ВЫЗОВ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Три боли электронного ритейла в UZ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74904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Маржа давит дистрибуторская модель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Samsung диктует цены, маржа узкая. Конкуренция от Mediapark, Texnomart, Idea + маркетплейсы Uzum/Sello. Без точного CAC/LTV каждая реклама режет прибыль.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7150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15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₸ маржа / клиент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21945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194560"/>
            <a:ext cx="374904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Сезонность кассы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4023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Электроника — это пики (НГ, школьники, Рамадан) и провалы. Прогноз кэша «в голове», подушка либо избыточная, либо опасно тонкая.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57150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5715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Cash Flow / мес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2194560"/>
            <a:ext cx="374904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68680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Повторка и сарафан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0" y="4023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Чек ₸2–10М, покупают раз в 2–3 года. NPS, реферальный трафик и retention — единственный путь снизить CAC. Сейчас не замеряются системно.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0" y="57150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5715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 · Repeat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— операционка роста для собственника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Заполняешь анкету + загружаешь P&amp;L → система автоматически считает «где ты сейчас», показывает «куда двигаться» и держит руку на пульсе каждый месяц.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0F2920"/>
          </a:solidFill>
          <a:ln w="19050">
            <a:solidFill>
              <a:srgbClr val="5CF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Диагностика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Анкета 12 шагов + парсинг P&amp;L / баланса / маркетинг-отчётов. AI-извлечение цифр.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32004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3474720"/>
            <a:ext cx="640080" cy="640080"/>
          </a:xfrm>
          <a:prstGeom prst="ellipse">
            <a:avLst/>
          </a:prstGeom>
          <a:solidFill>
            <a:srgbClr val="0F2920"/>
          </a:solidFill>
          <a:ln w="19050">
            <a:solidFill>
              <a:srgbClr val="60F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FF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0332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Метрики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живых метрики по 7 отделам с привязкой к источнику. Не «общее место» — конкретно.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474720"/>
            <a:ext cx="640080" cy="640080"/>
          </a:xfrm>
          <a:prstGeom prst="ellipse">
            <a:avLst/>
          </a:prstGeom>
          <a:solidFill>
            <a:srgbClr val="0F2920"/>
          </a:solidFill>
          <a:ln w="19050">
            <a:solidFill>
              <a:srgbClr val="5CFF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8368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А → Точка Б. 11 целей роста + 90-дневная roadmap. Gap-анализ автоматом.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20040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474720"/>
            <a:ext cx="640080" cy="640080"/>
          </a:xfrm>
          <a:prstGeom prst="ellipse">
            <a:avLst/>
          </a:prstGeom>
          <a:solidFill>
            <a:srgbClr val="0F2920"/>
          </a:solidFill>
          <a:ln w="19050">
            <a:solidFill>
              <a:srgbClr val="60F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FF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64040" y="4297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Исполнение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6404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Интеграции: Bitrix24, AmoCRM, n8n, Inngest. Уведомления Telegram + email при отклонениях.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А — объективный снимок «где вы сейчас»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Как формируется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5CF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Анкета 12 шагов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Финансы, продажи, операции, маркетинг, команда, цели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401568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5CF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Загрузка документов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P&amp;L, баланс, отчёты Samsung, выгрузка из 1С/CRM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059936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5CF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AI-извлечение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OpenRouter Sonnet парсит → цифры в нужные поля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5CFF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700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Расчёт 5 блоков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74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 30% · Продажи 25% · Операции 20% · Маркетинг 15% · Стратегия 10%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5CF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358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Score 0–100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56327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Общий балл + health-индекс + стадия зрелости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194560"/>
            <a:ext cx="5760720" cy="4023360"/>
          </a:xfrm>
          <a:prstGeom prst="roundRect">
            <a:avLst>
              <a:gd name="adj" fmla="val 2727"/>
            </a:avLst>
          </a:prstGeom>
          <a:solidFill>
            <a:srgbClr val="0E1620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увидит собственник Radius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1463040" cy="1463040"/>
          </a:xfrm>
          <a:prstGeom prst="ellipse">
            <a:avLst/>
          </a:prstGeom>
          <a:solidFill>
            <a:srgbClr val="0B0F14"/>
          </a:solidFill>
          <a:ln w="38100">
            <a:solidFill>
              <a:srgbClr val="5CFF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2636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 Medium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Стадия: «Уверенный масштаб»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Сильные: продажи, продукт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Слабые: операции, маркетинг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4507992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4507992"/>
            <a:ext cx="2435962" cy="128016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471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4764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Продажи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09560" y="4837176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4837176"/>
            <a:ext cx="2699309" cy="128016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0" y="47640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5093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166360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5166360"/>
            <a:ext cx="1349654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0" y="5093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Маркетинг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09560" y="5495544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5495544"/>
            <a:ext cx="1711757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5422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72200" y="5751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Стратегия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09560" y="5824728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5824728"/>
            <a:ext cx="2205533" cy="128016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247120" y="5751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метрики · 7 отделов · с привязкой к источнику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Каждая метрика знает, откуда брать данные: поле анкеты, выгрузка из 1С, документ от Samsung, GA, CRM или внешний API. Не «общее место».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5176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Выручка · EBITDA · ROA · Cash Flow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Маркетинг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· CPL · ER · NPS · посещения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Продажи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Чек · Win Rate · Цикл · TTR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8972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29284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1832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SLA · SKU · Брак · Производительность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5176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7724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HR / Команда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Текучка · eNPS · Time-to-Hire · OKR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65760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Доля рынка · Экспорт · Онлайн · SKU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53796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Клиенты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3796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Активные · Churn · NPS · Retention · ARPU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626364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263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ИТОГО · 48 БИЗ + 12 KPI + 7 GRI + 55 ЦЕЛЕЙ = 122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Pulse — 7 блоков готовности к росту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аудит, а маршрут. Видно где «бутылочное горлышко» и куда инвестировать рубль, чтобы получить 5 рублей.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84378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843784"/>
            <a:ext cx="2909621" cy="128016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7.4/10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Готовность основателя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334670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3346704"/>
            <a:ext cx="2634386" cy="128016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6.7/10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Доверие и позиция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384962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849624"/>
            <a:ext cx="2044598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5.2/10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Стабильность кассы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435254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4352544"/>
            <a:ext cx="1965960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09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Продукт и спрос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485546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4855464"/>
            <a:ext cx="1848002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4.7/10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37560" y="535838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5358384"/>
            <a:ext cx="1022299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5212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2.6/10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71500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37560" y="586130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5861304"/>
            <a:ext cx="825703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5715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2.1/10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95360" y="269748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ИТОГОВЫЙ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4.7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107899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7824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Средний уровень. Главный тормоз — Операции и Команда. Без них любые $$ в рекламу = слив.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95360" y="5074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ДЕЛАТЬ ПЕРВЫМ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Регламенты процессов · KPI команды · BI-отчётность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Б — план роста с измеримой целью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Целевые KPI на 12 месяцев (для иллюстрации; настраивается по факту анкеты Radius)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$8M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$5M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657600"/>
            <a:ext cx="1123340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4688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Средний чек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₸2.4М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7180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₸2.1М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3657600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3657600"/>
            <a:ext cx="1551280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4688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LTV/CAC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≥3x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2.2x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657600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3657600"/>
            <a:ext cx="1301648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4688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50+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5236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38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657600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3657600"/>
            <a:ext cx="1355141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4688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Доля повторки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2880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92640" y="33832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18%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2640" y="3657600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3657600"/>
            <a:ext cx="909371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90-дневная roadmap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389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389120"/>
            <a:ext cx="3657600" cy="73152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1–30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Стабилизация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" y="5422392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Регламенты опер.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5715000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5641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KPI команды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" y="6007608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5934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Парсинг 2 кв. отчётов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389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0" y="4389120"/>
            <a:ext cx="36576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31–60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1772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Атрибуция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663440" y="542239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UTM-разметка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5715000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5641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по каналу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6007608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5934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NPS-замер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229600" y="4389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0" y="4389120"/>
            <a:ext cx="3657600" cy="73152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582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61–90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5820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Рычаги роста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503920" y="5422392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3252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Программа повторки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503920" y="5715000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32520" y="5641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Апсейл-сценарии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03920" y="6007608"/>
            <a:ext cx="109728" cy="109728"/>
          </a:xfrm>
          <a:prstGeom prst="ellipse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59344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Сарафан-программа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12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P&amp;L · баланс · отчёты Samsung · 1С — в один клик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Закидываете документ → AI извлекает 30–60 ключевых полей и мапит их в нужные разделы дашборда. Не нужно вручную перепечатывать.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Файл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 · DOCX · XLSX · CSV · 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 50 МБ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OpenRouter Sonnet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schema-валидация zod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эвристический fallback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8239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Поля → отделы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Выручка → Финансы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→ Маркетинг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SKU → Операции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Поддерживаемые типы документов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P&amp;L отчёт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6596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Бухбаланс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Ops 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CRM-export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Аудит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Прайс Samsung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6988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6988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Другое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11155680" cy="640080"/>
          </a:xfrm>
          <a:prstGeom prst="roundRect">
            <a:avLst>
              <a:gd name="adj" fmla="val 17143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В демо-парсинге 3-страничного P&amp;L: 47 полей извлечено за 8 секунд, точность маппинга 92%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заменяем ваши инструменты — подключаемся к ним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 / Продажи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Bitrix24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AmoCRM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Сделки, средний чек, цикл закрытия, конверсия по этапам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Маркетинг / Аналитика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Google Analytics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Яндекс.Метрика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 Graph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33272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TikTok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Атрибуция «канал → выручка», CPL, ER по площадкам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Коммуникации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Telegram-бот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Business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Алёрты при отклонениях, weekly digest, NPS-опросы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3434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Оркестрация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n8n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Inngest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Webhook API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Регулярная синхронизация, ретраи, очереди задач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Для Radius: подключаем то, что уже есть. Поверх — единая аналитика и алёрты.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меняется в Radius через 90 дней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657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68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средний чек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Через апсейл и bundle-сценарии (аксессуары к смартфонам, страховки, доставка)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2194560"/>
            <a:ext cx="3657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468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−20%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Через атрибуцию «канал → выручка» и отключение неэффективных каналов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194560"/>
            <a:ext cx="3657600" cy="54864"/>
          </a:xfrm>
          <a:prstGeom prst="rect">
            <a:avLst/>
          </a:prstGeom>
          <a:solidFill>
            <a:srgbClr val="5CFFB5"/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468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+30%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5039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retention 30d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Через NPS-опрос + триггерные коммуникации после покупки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СТОИМОСТЬ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30 дней — бесплатно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Далее: подписка $300–800/мес в зависимости от объёма документов и числа пользователей.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66344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ОКУПАЕМОСТЬ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65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Месяц 1 — за счёт одного апсейл-сценария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Снижение CAC на 5% при выручке Radius окупает годовую подписку за ~6 недель.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× Radius.uz · pitch · май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5CFFB5">
              <a:alpha val="8000"/>
            </a:srgbClr>
          </a:solidFill>
          <a:ln w="12700">
            <a:solidFill>
              <a:srgbClr val="5CF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СЛЕДУЮЩИЕ ШАГИ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шага — и через 90 дней Radius управляется по цифрам, а не «по ощущениям»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Демо 30 минут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Покажем платформу на реальных данных другого ритейлера. Ответим на технические вопросы.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0" y="329184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 этой неделе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976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30 дней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4617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Анкета + парсинг 2 кварталов отчётов. Получаете Точку А, GRI, 11 целей. Бесплатно.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4389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Старт через 5 рабочих дней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Внедрение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5715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 с вашими CRM/аналитикой, обучение команды, ежемесячные апдейты. Подписка.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5486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5486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После пилота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972800" cy="320040"/>
          </a:xfrm>
          <a:prstGeom prst="roundRect">
            <a:avLst>
              <a:gd name="adj" fmla="val 14286"/>
            </a:avLst>
          </a:prstGeom>
          <a:solidFill>
            <a:srgbClr val="0F2920"/>
          </a:solidFill>
          <a:ln w="9525">
            <a:solidFill>
              <a:srgbClr val="5CFF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FFB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hello@aistart360.app  ·  aistart360.vercel.app  ·  Almaty / Tashkent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AIStart360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AIStart360 × Radius.uz</dc:title>
  <dc:subject>Pitch — операционка для Radius.uz</dc:subject>
  <dc:creator>AIStart360</dc:creator>
  <cp:lastModifiedBy>AIStart360</cp:lastModifiedBy>
  <cp:revision>1</cp:revision>
  <dcterms:created xsi:type="dcterms:W3CDTF">2026-05-19T14:33:19Z</dcterms:created>
  <dcterms:modified xsi:type="dcterms:W3CDTF">2026-05-19T14:33:19Z</dcterms:modified>
</cp:coreProperties>
</file>